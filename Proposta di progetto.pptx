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FF5219-E1A9-4E9E-B05F-233F00AA7C5F}" v="18" dt="2025-10-20T14:07:09.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4660"/>
  </p:normalViewPr>
  <p:slideViewPr>
    <p:cSldViewPr snapToGrid="0">
      <p:cViewPr varScale="1">
        <p:scale>
          <a:sx n="152" d="100"/>
          <a:sy n="152" d="100"/>
        </p:scale>
        <p:origin x="42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scaramuzzino" userId="0d1210f0-cf23-4db1-947b-b2699b510b8d" providerId="ADAL" clId="{1645DDF5-6100-42E0-BFD8-512B534BDF95}"/>
    <pc:docChg chg="undo custSel addSld delSld modSld addMainMaster delMainMaster">
      <pc:chgData name="matteo scaramuzzino" userId="0d1210f0-cf23-4db1-947b-b2699b510b8d" providerId="ADAL" clId="{1645DDF5-6100-42E0-BFD8-512B534BDF95}" dt="2025-10-20T14:07:09.154" v="1556"/>
      <pc:docMkLst>
        <pc:docMk/>
      </pc:docMkLst>
      <pc:sldChg chg="addSp delSp modSp mod setBg modClrScheme addAnim delAnim setClrOvrMap chgLayout">
        <pc:chgData name="matteo scaramuzzino" userId="0d1210f0-cf23-4db1-947b-b2699b510b8d" providerId="ADAL" clId="{1645DDF5-6100-42E0-BFD8-512B534BDF95}" dt="2025-10-20T11:42:26.548" v="32"/>
        <pc:sldMkLst>
          <pc:docMk/>
          <pc:sldMk cId="4233415645" sldId="256"/>
        </pc:sldMkLst>
        <pc:spChg chg="mod">
          <ac:chgData name="matteo scaramuzzino" userId="0d1210f0-cf23-4db1-947b-b2699b510b8d" providerId="ADAL" clId="{1645DDF5-6100-42E0-BFD8-512B534BDF95}" dt="2025-10-20T11:42:21.454" v="31"/>
          <ac:spMkLst>
            <pc:docMk/>
            <pc:sldMk cId="4233415645" sldId="256"/>
            <ac:spMk id="2" creationId="{47644D28-3425-E42F-22BB-D604F1217AD9}"/>
          </ac:spMkLst>
        </pc:spChg>
        <pc:spChg chg="mod">
          <ac:chgData name="matteo scaramuzzino" userId="0d1210f0-cf23-4db1-947b-b2699b510b8d" providerId="ADAL" clId="{1645DDF5-6100-42E0-BFD8-512B534BDF95}" dt="2025-10-20T11:42:26.548" v="32"/>
          <ac:spMkLst>
            <pc:docMk/>
            <pc:sldMk cId="4233415645" sldId="256"/>
            <ac:spMk id="3" creationId="{9612A294-D6A3-2649-19C1-34BA05944FEF}"/>
          </ac:spMkLst>
        </pc:spChg>
        <pc:spChg chg="add del">
          <ac:chgData name="matteo scaramuzzino" userId="0d1210f0-cf23-4db1-947b-b2699b510b8d" providerId="ADAL" clId="{1645DDF5-6100-42E0-BFD8-512B534BDF95}" dt="2025-10-20T11:41:39.794" v="3" actId="26606"/>
          <ac:spMkLst>
            <pc:docMk/>
            <pc:sldMk cId="4233415645" sldId="256"/>
            <ac:spMk id="9" creationId="{33E93247-6229-44AB-A550-739E971E690B}"/>
          </ac:spMkLst>
        </pc:spChg>
        <pc:spChg chg="add del">
          <ac:chgData name="matteo scaramuzzino" userId="0d1210f0-cf23-4db1-947b-b2699b510b8d" providerId="ADAL" clId="{1645DDF5-6100-42E0-BFD8-512B534BDF95}" dt="2025-10-20T11:41:39.794" v="3" actId="26606"/>
          <ac:spMkLst>
            <pc:docMk/>
            <pc:sldMk cId="4233415645" sldId="256"/>
            <ac:spMk id="11" creationId="{912025B4-7337-735E-4DC9-E634D2011984}"/>
          </ac:spMkLst>
        </pc:spChg>
        <pc:spChg chg="add del">
          <ac:chgData name="matteo scaramuzzino" userId="0d1210f0-cf23-4db1-947b-b2699b510b8d" providerId="ADAL" clId="{1645DDF5-6100-42E0-BFD8-512B534BDF95}" dt="2025-10-20T11:41:39.794" v="3" actId="26606"/>
          <ac:spMkLst>
            <pc:docMk/>
            <pc:sldMk cId="4233415645" sldId="256"/>
            <ac:spMk id="13" creationId="{150CDACD-D191-E642-F686-FCB54B7E5F67}"/>
          </ac:spMkLst>
        </pc:spChg>
        <pc:spChg chg="add del">
          <ac:chgData name="matteo scaramuzzino" userId="0d1210f0-cf23-4db1-947b-b2699b510b8d" providerId="ADAL" clId="{1645DDF5-6100-42E0-BFD8-512B534BDF95}" dt="2025-10-20T11:41:43.977" v="5" actId="26606"/>
          <ac:spMkLst>
            <pc:docMk/>
            <pc:sldMk cId="4233415645" sldId="256"/>
            <ac:spMk id="15" creationId="{33E93247-6229-44AB-A550-739E971E690B}"/>
          </ac:spMkLst>
        </pc:spChg>
        <pc:spChg chg="add">
          <ac:chgData name="matteo scaramuzzino" userId="0d1210f0-cf23-4db1-947b-b2699b510b8d" providerId="ADAL" clId="{1645DDF5-6100-42E0-BFD8-512B534BDF95}" dt="2025-10-20T11:41:44.014" v="6" actId="26606"/>
          <ac:spMkLst>
            <pc:docMk/>
            <pc:sldMk cId="4233415645" sldId="256"/>
            <ac:spMk id="47" creationId="{13B6DAC6-0186-4D62-AD69-90B9C0411EA3}"/>
          </ac:spMkLst>
        </pc:spChg>
        <pc:spChg chg="add">
          <ac:chgData name="matteo scaramuzzino" userId="0d1210f0-cf23-4db1-947b-b2699b510b8d" providerId="ADAL" clId="{1645DDF5-6100-42E0-BFD8-512B534BDF95}" dt="2025-10-20T11:41:44.014" v="6" actId="26606"/>
          <ac:spMkLst>
            <pc:docMk/>
            <pc:sldMk cId="4233415645" sldId="256"/>
            <ac:spMk id="48" creationId="{BA6285CA-6AFA-4F27-AFB5-1B32CDE09B1A}"/>
          </ac:spMkLst>
        </pc:spChg>
        <pc:spChg chg="add">
          <ac:chgData name="matteo scaramuzzino" userId="0d1210f0-cf23-4db1-947b-b2699b510b8d" providerId="ADAL" clId="{1645DDF5-6100-42E0-BFD8-512B534BDF95}" dt="2025-10-20T11:41:44.014" v="6" actId="26606"/>
          <ac:spMkLst>
            <pc:docMk/>
            <pc:sldMk cId="4233415645" sldId="256"/>
            <ac:spMk id="49" creationId="{94D786EB-944C-47D5-B631-899F4029B02E}"/>
          </ac:spMkLst>
        </pc:spChg>
        <pc:spChg chg="add">
          <ac:chgData name="matteo scaramuzzino" userId="0d1210f0-cf23-4db1-947b-b2699b510b8d" providerId="ADAL" clId="{1645DDF5-6100-42E0-BFD8-512B534BDF95}" dt="2025-10-20T11:41:44.014" v="6" actId="26606"/>
          <ac:spMkLst>
            <pc:docMk/>
            <pc:sldMk cId="4233415645" sldId="256"/>
            <ac:spMk id="50" creationId="{5D3D6E1F-9FE0-47E6-B008-9634F0D0B2D9}"/>
          </ac:spMkLst>
        </pc:spChg>
        <pc:grpChg chg="add">
          <ac:chgData name="matteo scaramuzzino" userId="0d1210f0-cf23-4db1-947b-b2699b510b8d" providerId="ADAL" clId="{1645DDF5-6100-42E0-BFD8-512B534BDF95}" dt="2025-10-20T11:41:44.014" v="6" actId="26606"/>
          <ac:grpSpMkLst>
            <pc:docMk/>
            <pc:sldMk cId="4233415645" sldId="256"/>
            <ac:grpSpMk id="51" creationId="{91108A0F-8C78-4294-B028-9F09581FC0A3}"/>
          </ac:grpSpMkLst>
        </pc:grpChg>
        <pc:picChg chg="add del">
          <ac:chgData name="matteo scaramuzzino" userId="0d1210f0-cf23-4db1-947b-b2699b510b8d" providerId="ADAL" clId="{1645DDF5-6100-42E0-BFD8-512B534BDF95}" dt="2025-10-20T11:41:39.794" v="3" actId="26606"/>
          <ac:picMkLst>
            <pc:docMk/>
            <pc:sldMk cId="4233415645" sldId="256"/>
            <ac:picMk id="4" creationId="{ED39A39B-ED7E-A290-E795-0BD8F4395B06}"/>
          </ac:picMkLst>
        </pc:picChg>
        <pc:picChg chg="add del">
          <ac:chgData name="matteo scaramuzzino" userId="0d1210f0-cf23-4db1-947b-b2699b510b8d" providerId="ADAL" clId="{1645DDF5-6100-42E0-BFD8-512B534BDF95}" dt="2025-10-20T11:41:43.977" v="5" actId="26606"/>
          <ac:picMkLst>
            <pc:docMk/>
            <pc:sldMk cId="4233415645" sldId="256"/>
            <ac:picMk id="16" creationId="{E7A397CB-1C82-6F94-B6F0-C52BD2BCD01D}"/>
          </ac:picMkLst>
        </pc:picChg>
        <pc:picChg chg="add">
          <ac:chgData name="matteo scaramuzzino" userId="0d1210f0-cf23-4db1-947b-b2699b510b8d" providerId="ADAL" clId="{1645DDF5-6100-42E0-BFD8-512B534BDF95}" dt="2025-10-20T11:41:44.014" v="6" actId="26606"/>
          <ac:picMkLst>
            <pc:docMk/>
            <pc:sldMk cId="4233415645" sldId="256"/>
            <ac:picMk id="53" creationId="{E72F134F-2B1F-FE09-CA9C-6987C240E9A3}"/>
          </ac:picMkLst>
        </pc:picChg>
        <pc:cxnChg chg="add del">
          <ac:chgData name="matteo scaramuzzino" userId="0d1210f0-cf23-4db1-947b-b2699b510b8d" providerId="ADAL" clId="{1645DDF5-6100-42E0-BFD8-512B534BDF95}" dt="2025-10-20T11:41:43.977" v="5" actId="26606"/>
          <ac:cxnSpMkLst>
            <pc:docMk/>
            <pc:sldMk cId="4233415645" sldId="256"/>
            <ac:cxnSpMk id="17" creationId="{EE2E603F-4A95-4FE8-BB06-211DFD75DBEF}"/>
          </ac:cxnSpMkLst>
        </pc:cxnChg>
        <pc:cxnChg chg="add del">
          <ac:chgData name="matteo scaramuzzino" userId="0d1210f0-cf23-4db1-947b-b2699b510b8d" providerId="ADAL" clId="{1645DDF5-6100-42E0-BFD8-512B534BDF95}" dt="2025-10-20T11:41:43.977" v="5" actId="26606"/>
          <ac:cxnSpMkLst>
            <pc:docMk/>
            <pc:sldMk cId="4233415645" sldId="256"/>
            <ac:cxnSpMk id="18" creationId="{2CF06E40-3ECB-4820-95B5-8A70B07D4B47}"/>
          </ac:cxnSpMkLst>
        </pc:cxnChg>
      </pc:sldChg>
      <pc:sldChg chg="modSp new mod">
        <pc:chgData name="matteo scaramuzzino" userId="0d1210f0-cf23-4db1-947b-b2699b510b8d" providerId="ADAL" clId="{1645DDF5-6100-42E0-BFD8-512B534BDF95}" dt="2025-10-20T14:05:52.470" v="1343" actId="20577"/>
        <pc:sldMkLst>
          <pc:docMk/>
          <pc:sldMk cId="386259500" sldId="257"/>
        </pc:sldMkLst>
        <pc:spChg chg="mod">
          <ac:chgData name="matteo scaramuzzino" userId="0d1210f0-cf23-4db1-947b-b2699b510b8d" providerId="ADAL" clId="{1645DDF5-6100-42E0-BFD8-512B534BDF95}" dt="2025-10-20T11:42:37.391" v="33"/>
          <ac:spMkLst>
            <pc:docMk/>
            <pc:sldMk cId="386259500" sldId="257"/>
            <ac:spMk id="2" creationId="{37CA64A8-2E82-6DB7-D4E3-D9842CA7D567}"/>
          </ac:spMkLst>
        </pc:spChg>
        <pc:spChg chg="mod">
          <ac:chgData name="matteo scaramuzzino" userId="0d1210f0-cf23-4db1-947b-b2699b510b8d" providerId="ADAL" clId="{1645DDF5-6100-42E0-BFD8-512B534BDF95}" dt="2025-10-20T14:05:52.470" v="1343" actId="20577"/>
          <ac:spMkLst>
            <pc:docMk/>
            <pc:sldMk cId="386259500" sldId="257"/>
            <ac:spMk id="3" creationId="{321E1949-FDDE-2902-7393-9DF5E337EA8F}"/>
          </ac:spMkLst>
        </pc:spChg>
      </pc:sldChg>
      <pc:sldChg chg="modSp new mod">
        <pc:chgData name="matteo scaramuzzino" userId="0d1210f0-cf23-4db1-947b-b2699b510b8d" providerId="ADAL" clId="{1645DDF5-6100-42E0-BFD8-512B534BDF95}" dt="2025-10-20T12:50:22.749" v="1147"/>
        <pc:sldMkLst>
          <pc:docMk/>
          <pc:sldMk cId="2853164908" sldId="258"/>
        </pc:sldMkLst>
        <pc:spChg chg="mod">
          <ac:chgData name="matteo scaramuzzino" userId="0d1210f0-cf23-4db1-947b-b2699b510b8d" providerId="ADAL" clId="{1645DDF5-6100-42E0-BFD8-512B534BDF95}" dt="2025-10-20T11:44:20.331" v="370"/>
          <ac:spMkLst>
            <pc:docMk/>
            <pc:sldMk cId="2853164908" sldId="258"/>
            <ac:spMk id="2" creationId="{FCF47E1C-E5B3-F121-26D4-44EA21CE6541}"/>
          </ac:spMkLst>
        </pc:spChg>
        <pc:spChg chg="mod">
          <ac:chgData name="matteo scaramuzzino" userId="0d1210f0-cf23-4db1-947b-b2699b510b8d" providerId="ADAL" clId="{1645DDF5-6100-42E0-BFD8-512B534BDF95}" dt="2025-10-20T12:50:22.749" v="1147"/>
          <ac:spMkLst>
            <pc:docMk/>
            <pc:sldMk cId="2853164908" sldId="258"/>
            <ac:spMk id="3" creationId="{7B09266B-816A-A5D5-CC15-279055AA04BF}"/>
          </ac:spMkLst>
        </pc:spChg>
      </pc:sldChg>
      <pc:sldChg chg="modSp new mod">
        <pc:chgData name="matteo scaramuzzino" userId="0d1210f0-cf23-4db1-947b-b2699b510b8d" providerId="ADAL" clId="{1645DDF5-6100-42E0-BFD8-512B534BDF95}" dt="2025-10-20T12:39:23.126" v="922"/>
        <pc:sldMkLst>
          <pc:docMk/>
          <pc:sldMk cId="3860773285" sldId="259"/>
        </pc:sldMkLst>
        <pc:spChg chg="mod">
          <ac:chgData name="matteo scaramuzzino" userId="0d1210f0-cf23-4db1-947b-b2699b510b8d" providerId="ADAL" clId="{1645DDF5-6100-42E0-BFD8-512B534BDF95}" dt="2025-10-20T12:38:13.586" v="843"/>
          <ac:spMkLst>
            <pc:docMk/>
            <pc:sldMk cId="3860773285" sldId="259"/>
            <ac:spMk id="2" creationId="{B03791ED-5E95-78C0-953F-24FA76A4CC0F}"/>
          </ac:spMkLst>
        </pc:spChg>
        <pc:spChg chg="mod">
          <ac:chgData name="matteo scaramuzzino" userId="0d1210f0-cf23-4db1-947b-b2699b510b8d" providerId="ADAL" clId="{1645DDF5-6100-42E0-BFD8-512B534BDF95}" dt="2025-10-20T12:39:23.126" v="922"/>
          <ac:spMkLst>
            <pc:docMk/>
            <pc:sldMk cId="3860773285" sldId="259"/>
            <ac:spMk id="3" creationId="{C09332EC-3F8F-F911-F884-F6687C4578F0}"/>
          </ac:spMkLst>
        </pc:spChg>
      </pc:sldChg>
      <pc:sldChg chg="modSp new mod">
        <pc:chgData name="matteo scaramuzzino" userId="0d1210f0-cf23-4db1-947b-b2699b510b8d" providerId="ADAL" clId="{1645DDF5-6100-42E0-BFD8-512B534BDF95}" dt="2025-10-20T14:07:09.154" v="1556"/>
        <pc:sldMkLst>
          <pc:docMk/>
          <pc:sldMk cId="1571753732" sldId="260"/>
        </pc:sldMkLst>
        <pc:spChg chg="mod">
          <ac:chgData name="matteo scaramuzzino" userId="0d1210f0-cf23-4db1-947b-b2699b510b8d" providerId="ADAL" clId="{1645DDF5-6100-42E0-BFD8-512B534BDF95}" dt="2025-10-20T13:44:02.003" v="1339"/>
          <ac:spMkLst>
            <pc:docMk/>
            <pc:sldMk cId="1571753732" sldId="260"/>
            <ac:spMk id="2" creationId="{15140B54-1515-2113-9C74-605D398000E6}"/>
          </ac:spMkLst>
        </pc:spChg>
        <pc:spChg chg="mod">
          <ac:chgData name="matteo scaramuzzino" userId="0d1210f0-cf23-4db1-947b-b2699b510b8d" providerId="ADAL" clId="{1645DDF5-6100-42E0-BFD8-512B534BDF95}" dt="2025-10-20T14:07:09.154" v="1556"/>
          <ac:spMkLst>
            <pc:docMk/>
            <pc:sldMk cId="1571753732" sldId="260"/>
            <ac:spMk id="3" creationId="{D1180255-98BF-7507-0D4E-6479E6CE0ECC}"/>
          </ac:spMkLst>
        </pc:spChg>
      </pc:sldChg>
      <pc:sldChg chg="modSp new del mod">
        <pc:chgData name="matteo scaramuzzino" userId="0d1210f0-cf23-4db1-947b-b2699b510b8d" providerId="ADAL" clId="{1645DDF5-6100-42E0-BFD8-512B534BDF95}" dt="2025-10-20T12:18:33.308" v="784" actId="2696"/>
        <pc:sldMkLst>
          <pc:docMk/>
          <pc:sldMk cId="3978954630" sldId="260"/>
        </pc:sldMkLst>
        <pc:spChg chg="mod">
          <ac:chgData name="matteo scaramuzzino" userId="0d1210f0-cf23-4db1-947b-b2699b510b8d" providerId="ADAL" clId="{1645DDF5-6100-42E0-BFD8-512B534BDF95}" dt="2025-10-20T12:18:20.345" v="783" actId="20577"/>
          <ac:spMkLst>
            <pc:docMk/>
            <pc:sldMk cId="3978954630" sldId="260"/>
            <ac:spMk id="2" creationId="{3A29A59A-4FBB-5AAF-0377-FA331014B40B}"/>
          </ac:spMkLst>
        </pc:spChg>
      </pc:sldChg>
      <pc:sldMasterChg chg="add del addSldLayout delSldLayout">
        <pc:chgData name="matteo scaramuzzino" userId="0d1210f0-cf23-4db1-947b-b2699b510b8d" providerId="ADAL" clId="{1645DDF5-6100-42E0-BFD8-512B534BDF95}" dt="2025-10-20T11:41:44.014" v="6" actId="26606"/>
        <pc:sldMasterMkLst>
          <pc:docMk/>
          <pc:sldMasterMk cId="2397722965" sldId="2147483648"/>
        </pc:sldMasterMkLst>
        <pc:sldLayoutChg chg="add del">
          <pc:chgData name="matteo scaramuzzino" userId="0d1210f0-cf23-4db1-947b-b2699b510b8d" providerId="ADAL" clId="{1645DDF5-6100-42E0-BFD8-512B534BDF95}" dt="2025-10-20T11:41:44.014" v="6" actId="26606"/>
          <pc:sldLayoutMkLst>
            <pc:docMk/>
            <pc:sldMasterMk cId="2397722965" sldId="2147483648"/>
            <pc:sldLayoutMk cId="3181756264" sldId="2147483649"/>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2475108798" sldId="2147483650"/>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1652246629" sldId="2147483651"/>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3089671373" sldId="2147483652"/>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2932184524" sldId="2147483653"/>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1645248424" sldId="2147483654"/>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772236242" sldId="2147483655"/>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3640343408" sldId="2147483656"/>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3479767345" sldId="2147483657"/>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636682519" sldId="2147483658"/>
          </pc:sldLayoutMkLst>
        </pc:sldLayoutChg>
        <pc:sldLayoutChg chg="add del">
          <pc:chgData name="matteo scaramuzzino" userId="0d1210f0-cf23-4db1-947b-b2699b510b8d" providerId="ADAL" clId="{1645DDF5-6100-42E0-BFD8-512B534BDF95}" dt="2025-10-20T11:41:44.014" v="6" actId="26606"/>
          <pc:sldLayoutMkLst>
            <pc:docMk/>
            <pc:sldMasterMk cId="2397722965" sldId="2147483648"/>
            <pc:sldLayoutMk cId="970591319" sldId="2147483659"/>
          </pc:sldLayoutMkLst>
        </pc:sldLayoutChg>
      </pc:sldMasterChg>
      <pc:sldMasterChg chg="add del addSldLayout delSldLayout">
        <pc:chgData name="matteo scaramuzzino" userId="0d1210f0-cf23-4db1-947b-b2699b510b8d" providerId="ADAL" clId="{1645DDF5-6100-42E0-BFD8-512B534BDF95}" dt="2025-10-20T11:41:39.794" v="3" actId="26606"/>
        <pc:sldMasterMkLst>
          <pc:docMk/>
          <pc:sldMasterMk cId="1003113138" sldId="2147483673"/>
        </pc:sldMasterMkLst>
        <pc:sldLayoutChg chg="add del">
          <pc:chgData name="matteo scaramuzzino" userId="0d1210f0-cf23-4db1-947b-b2699b510b8d" providerId="ADAL" clId="{1645DDF5-6100-42E0-BFD8-512B534BDF95}" dt="2025-10-20T11:41:39.794" v="3" actId="26606"/>
          <pc:sldLayoutMkLst>
            <pc:docMk/>
            <pc:sldMasterMk cId="1003113138" sldId="2147483673"/>
            <pc:sldLayoutMk cId="3947462979" sldId="2147483662"/>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988548161" sldId="2147483663"/>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2863846483" sldId="2147483664"/>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2431536635" sldId="2147483665"/>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3900217389" sldId="2147483666"/>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652606603" sldId="2147483667"/>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2106373049" sldId="2147483668"/>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934715654" sldId="2147483669"/>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3694610106" sldId="2147483670"/>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461287573" sldId="2147483671"/>
          </pc:sldLayoutMkLst>
        </pc:sldLayoutChg>
        <pc:sldLayoutChg chg="add del">
          <pc:chgData name="matteo scaramuzzino" userId="0d1210f0-cf23-4db1-947b-b2699b510b8d" providerId="ADAL" clId="{1645DDF5-6100-42E0-BFD8-512B534BDF95}" dt="2025-10-20T11:41:39.794" v="3" actId="26606"/>
          <pc:sldLayoutMkLst>
            <pc:docMk/>
            <pc:sldMasterMk cId="1003113138" sldId="2147483673"/>
            <pc:sldLayoutMk cId="3108346814" sldId="2147483672"/>
          </pc:sldLayoutMkLst>
        </pc:sldLayoutChg>
      </pc:sldMasterChg>
      <pc:sldMasterChg chg="add del addSldLayout delSldLayout">
        <pc:chgData name="matteo scaramuzzino" userId="0d1210f0-cf23-4db1-947b-b2699b510b8d" providerId="ADAL" clId="{1645DDF5-6100-42E0-BFD8-512B534BDF95}" dt="2025-10-20T11:41:43.977" v="5" actId="26606"/>
        <pc:sldMasterMkLst>
          <pc:docMk/>
          <pc:sldMasterMk cId="1774704717" sldId="2147483699"/>
        </pc:sldMasterMkLst>
        <pc:sldLayoutChg chg="add del">
          <pc:chgData name="matteo scaramuzzino" userId="0d1210f0-cf23-4db1-947b-b2699b510b8d" providerId="ADAL" clId="{1645DDF5-6100-42E0-BFD8-512B534BDF95}" dt="2025-10-20T11:41:43.977" v="5" actId="26606"/>
          <pc:sldLayoutMkLst>
            <pc:docMk/>
            <pc:sldMasterMk cId="1774704717" sldId="2147483699"/>
            <pc:sldLayoutMk cId="3310391746" sldId="2147483688"/>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1919062062" sldId="2147483689"/>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3364620484" sldId="2147483690"/>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535751411" sldId="2147483691"/>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1374486499" sldId="2147483692"/>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1077253445" sldId="2147483693"/>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1708761926" sldId="2147483694"/>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1819318477" sldId="2147483695"/>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3128684361" sldId="2147483696"/>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2813292990" sldId="2147483697"/>
          </pc:sldLayoutMkLst>
        </pc:sldLayoutChg>
        <pc:sldLayoutChg chg="add del">
          <pc:chgData name="matteo scaramuzzino" userId="0d1210f0-cf23-4db1-947b-b2699b510b8d" providerId="ADAL" clId="{1645DDF5-6100-42E0-BFD8-512B534BDF95}" dt="2025-10-20T11:41:43.977" v="5" actId="26606"/>
          <pc:sldLayoutMkLst>
            <pc:docMk/>
            <pc:sldMasterMk cId="1774704717" sldId="2147483699"/>
            <pc:sldLayoutMk cId="2111709317" sldId="2147483698"/>
          </pc:sldLayoutMkLst>
        </pc:sldLayoutChg>
      </pc:sldMasterChg>
      <pc:sldMasterChg chg="add addSldLayout">
        <pc:chgData name="matteo scaramuzzino" userId="0d1210f0-cf23-4db1-947b-b2699b510b8d" providerId="ADAL" clId="{1645DDF5-6100-42E0-BFD8-512B534BDF95}" dt="2025-10-20T11:41:44.014" v="6" actId="26606"/>
        <pc:sldMasterMkLst>
          <pc:docMk/>
          <pc:sldMasterMk cId="1018096397" sldId="2147483712"/>
        </pc:sldMasterMkLst>
        <pc:sldLayoutChg chg="add">
          <pc:chgData name="matteo scaramuzzino" userId="0d1210f0-cf23-4db1-947b-b2699b510b8d" providerId="ADAL" clId="{1645DDF5-6100-42E0-BFD8-512B534BDF95}" dt="2025-10-20T11:41:44.014" v="6" actId="26606"/>
          <pc:sldLayoutMkLst>
            <pc:docMk/>
            <pc:sldMasterMk cId="1018096397" sldId="2147483712"/>
            <pc:sldLayoutMk cId="4190898775" sldId="2147483701"/>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2099824046" sldId="2147483702"/>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286991565" sldId="2147483703"/>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1546456079" sldId="2147483704"/>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4277850627" sldId="2147483705"/>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2430005423" sldId="2147483706"/>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46697089" sldId="2147483707"/>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2320264700" sldId="2147483708"/>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707010452" sldId="2147483709"/>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3603425550" sldId="2147483710"/>
          </pc:sldLayoutMkLst>
        </pc:sldLayoutChg>
        <pc:sldLayoutChg chg="add">
          <pc:chgData name="matteo scaramuzzino" userId="0d1210f0-cf23-4db1-947b-b2699b510b8d" providerId="ADAL" clId="{1645DDF5-6100-42E0-BFD8-512B534BDF95}" dt="2025-10-20T11:41:44.014" v="6" actId="26606"/>
          <pc:sldLayoutMkLst>
            <pc:docMk/>
            <pc:sldMasterMk cId="1018096397" sldId="2147483712"/>
            <pc:sldLayoutMk cId="301690538" sldId="214748371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10/20/2025</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669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10/20/2025</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320264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10/20/2025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707010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10/20/2025</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60342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10/20/2025</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01690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10/20/2025</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277850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10/20/2025</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190898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10/20/2025</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099824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10/20/2025</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86991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10/20/2025</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546456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10/20/2025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430005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10/20/2025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10180963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8" name="Rectangle 47">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9" name="Right Triangle 48">
            <a:extLst>
              <a:ext uri="{FF2B5EF4-FFF2-40B4-BE49-F238E27FC236}">
                <a16:creationId xmlns:a16="http://schemas.microsoft.com/office/drawing/2014/main" id="{94D786EB-944C-47D5-B631-899F402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14">
            <a:extLst>
              <a:ext uri="{FF2B5EF4-FFF2-40B4-BE49-F238E27FC236}">
                <a16:creationId xmlns:a16="http://schemas.microsoft.com/office/drawing/2014/main" id="{5D3D6E1F-9FE0-47E6-B008-9634F0D0B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5" y="4724290"/>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1" name="Group 50">
            <a:extLst>
              <a:ext uri="{FF2B5EF4-FFF2-40B4-BE49-F238E27FC236}">
                <a16:creationId xmlns:a16="http://schemas.microsoft.com/office/drawing/2014/main" id="{91108A0F-8C78-4294-B028-9F09581FC0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2" name="Straight Connector 51">
              <a:extLst>
                <a:ext uri="{FF2B5EF4-FFF2-40B4-BE49-F238E27FC236}">
                  <a16:creationId xmlns:a16="http://schemas.microsoft.com/office/drawing/2014/main" id="{313489AA-CF3C-45B5-9A6B-D686CDD1DD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ABF1CE3-37BC-462F-BC4B-5EF9C8287D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21847A4-7B07-4976-81EF-E68ABFC4FB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F3EBBA6-8771-481B-BACA-142F0C8053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F58D94E-BB4B-436D-8172-0F5737BEE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75AA9A-4678-41CB-AEFA-13C324B84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C95E447-C172-476B-98BE-453E4049FB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F3BD247-696E-47F7-964F-89A5823D11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E31E4B8-694B-447A-AA13-36B0A4EEC9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8321B73-1AE7-4FA0-90EB-4E969A095D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5F8082-1C6D-496D-937D-964948B109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B84AF1D-3604-4213-B891-4880C86F6E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3631262-5E4E-4A33-9D72-17996A538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A4C49C9-CD9F-417C-A832-DD9D6F9C4B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A3BBBFA-B462-4340-82C8-3EE5CCFB1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A7D3C2E-F100-49BC-9F4E-DFB50B2F9F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46D4A85-2FF9-491B-BBF7-4D83EB888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F6747A-BC05-4E83-8FE8-976BBCE305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C1FEEA0-B31C-4DD8-9CC4-DAE0655780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783C12-3D0A-495D-B461-9D1FCC415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D7D205-DA43-40B9-82B4-D570FB270F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DD4F5FF-D993-454E-AB84-8634B9E53F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F64AEBB-D378-4CCE-9266-B45FC822EB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2217ABD-7AF1-44DF-9243-75E5C9792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D885E59-AA75-4026-972E-4DEE1AB599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AB41BAB-F8B8-402D-BC3D-82F73208A3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67CC234-9EF0-4613-9013-F7F9AEC49E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2D8DE3-B3FD-47EC-B6D3-90CE4F037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4218772-C699-478C-9D44-9459ABA4CA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7644D28-3425-E42F-22BB-D604F1217AD9}"/>
              </a:ext>
            </a:extLst>
          </p:cNvPr>
          <p:cNvSpPr>
            <a:spLocks noGrp="1"/>
          </p:cNvSpPr>
          <p:nvPr>
            <p:ph type="ctrTitle"/>
          </p:nvPr>
        </p:nvSpPr>
        <p:spPr>
          <a:xfrm>
            <a:off x="453142" y="2954226"/>
            <a:ext cx="5555624" cy="2232199"/>
          </a:xfrm>
        </p:spPr>
        <p:txBody>
          <a:bodyPr anchor="t">
            <a:normAutofit/>
          </a:bodyPr>
          <a:lstStyle/>
          <a:p>
            <a:pPr algn="l"/>
            <a:r>
              <a:rPr lang="it-IT" dirty="0"/>
              <a:t>Project </a:t>
            </a:r>
            <a:r>
              <a:rPr lang="it-IT" dirty="0" err="1"/>
              <a:t>proposal</a:t>
            </a:r>
            <a:endParaRPr lang="it-IT" dirty="0"/>
          </a:p>
        </p:txBody>
      </p:sp>
      <p:sp>
        <p:nvSpPr>
          <p:cNvPr id="3" name="Subtitle 2">
            <a:extLst>
              <a:ext uri="{FF2B5EF4-FFF2-40B4-BE49-F238E27FC236}">
                <a16:creationId xmlns:a16="http://schemas.microsoft.com/office/drawing/2014/main" id="{9612A294-D6A3-2649-19C1-34BA05944FEF}"/>
              </a:ext>
            </a:extLst>
          </p:cNvPr>
          <p:cNvSpPr>
            <a:spLocks noGrp="1"/>
          </p:cNvSpPr>
          <p:nvPr>
            <p:ph type="subTitle" idx="1"/>
          </p:nvPr>
        </p:nvSpPr>
        <p:spPr>
          <a:xfrm>
            <a:off x="453142" y="725465"/>
            <a:ext cx="5555624" cy="2063925"/>
          </a:xfrm>
        </p:spPr>
        <p:txBody>
          <a:bodyPr anchor="b">
            <a:normAutofit/>
          </a:bodyPr>
          <a:lstStyle/>
          <a:p>
            <a:pPr algn="l"/>
            <a:r>
              <a:rPr lang="en-US" dirty="0"/>
              <a:t>Comparison of user </a:t>
            </a:r>
            <a:r>
              <a:rPr lang="en-US" dirty="0" err="1"/>
              <a:t>behaviour</a:t>
            </a:r>
            <a:r>
              <a:rPr lang="en-US" dirty="0"/>
              <a:t> analysis software</a:t>
            </a:r>
          </a:p>
        </p:txBody>
      </p:sp>
      <p:pic>
        <p:nvPicPr>
          <p:cNvPr id="53" name="Picture 52">
            <a:extLst>
              <a:ext uri="{FF2B5EF4-FFF2-40B4-BE49-F238E27FC236}">
                <a16:creationId xmlns:a16="http://schemas.microsoft.com/office/drawing/2014/main" id="{E72F134F-2B1F-FE09-CA9C-6987C240E9A3}"/>
              </a:ext>
            </a:extLst>
          </p:cNvPr>
          <p:cNvPicPr>
            <a:picLocks noChangeAspect="1"/>
          </p:cNvPicPr>
          <p:nvPr/>
        </p:nvPicPr>
        <p:blipFill>
          <a:blip r:embed="rId2"/>
          <a:srcRect l="21064" r="24139" b="1"/>
          <a:stretch>
            <a:fillRect/>
          </a:stretch>
        </p:blipFill>
        <p:spPr>
          <a:xfrm>
            <a:off x="6189156" y="-3439"/>
            <a:ext cx="6015813" cy="6861439"/>
          </a:xfrm>
          <a:prstGeom prst="rect">
            <a:avLst/>
          </a:prstGeom>
        </p:spPr>
      </p:pic>
    </p:spTree>
    <p:extLst>
      <p:ext uri="{BB962C8B-B14F-4D97-AF65-F5344CB8AC3E}">
        <p14:creationId xmlns:p14="http://schemas.microsoft.com/office/powerpoint/2010/main" val="4233415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64A8-2E82-6DB7-D4E3-D9842CA7D567}"/>
              </a:ext>
            </a:extLst>
          </p:cNvPr>
          <p:cNvSpPr>
            <a:spLocks noGrp="1"/>
          </p:cNvSpPr>
          <p:nvPr>
            <p:ph type="title"/>
          </p:nvPr>
        </p:nvSpPr>
        <p:spPr/>
        <p:txBody>
          <a:bodyPr/>
          <a:lstStyle/>
          <a:p>
            <a:r>
              <a:rPr lang="it-IT" dirty="0" err="1"/>
              <a:t>What</a:t>
            </a:r>
            <a:r>
              <a:rPr lang="it-IT" dirty="0"/>
              <a:t> </a:t>
            </a:r>
            <a:r>
              <a:rPr lang="it-IT" dirty="0" err="1"/>
              <a:t>does</a:t>
            </a:r>
            <a:r>
              <a:rPr lang="it-IT" dirty="0"/>
              <a:t> </a:t>
            </a:r>
            <a:r>
              <a:rPr lang="it-IT" dirty="0" err="1"/>
              <a:t>it</a:t>
            </a:r>
            <a:r>
              <a:rPr lang="it-IT" dirty="0"/>
              <a:t> involve?</a:t>
            </a:r>
          </a:p>
        </p:txBody>
      </p:sp>
      <p:sp>
        <p:nvSpPr>
          <p:cNvPr id="3" name="Content Placeholder 2">
            <a:extLst>
              <a:ext uri="{FF2B5EF4-FFF2-40B4-BE49-F238E27FC236}">
                <a16:creationId xmlns:a16="http://schemas.microsoft.com/office/drawing/2014/main" id="{321E1949-FDDE-2902-7393-9DF5E337EA8F}"/>
              </a:ext>
            </a:extLst>
          </p:cNvPr>
          <p:cNvSpPr>
            <a:spLocks noGrp="1"/>
          </p:cNvSpPr>
          <p:nvPr>
            <p:ph idx="1"/>
          </p:nvPr>
        </p:nvSpPr>
        <p:spPr/>
        <p:txBody>
          <a:bodyPr/>
          <a:lstStyle/>
          <a:p>
            <a:pPr marL="0" indent="0">
              <a:buNone/>
            </a:pPr>
            <a:r>
              <a:rPr lang="en-US" dirty="0"/>
              <a:t>Your objective will be to </a:t>
            </a:r>
            <a:r>
              <a:rPr lang="en-US" dirty="0" err="1"/>
              <a:t>analyse</a:t>
            </a:r>
            <a:r>
              <a:rPr lang="en-US" dirty="0"/>
              <a:t> different software that deals with recording user </a:t>
            </a:r>
            <a:r>
              <a:rPr lang="en-US" dirty="0" err="1"/>
              <a:t>behaviour</a:t>
            </a:r>
            <a:r>
              <a:rPr lang="en-US" dirty="0"/>
              <a:t> and actions within a VR Unreal Engine project, evaluating the pros and cons of the various software. </a:t>
            </a:r>
          </a:p>
        </p:txBody>
      </p:sp>
    </p:spTree>
    <p:extLst>
      <p:ext uri="{BB962C8B-B14F-4D97-AF65-F5344CB8AC3E}">
        <p14:creationId xmlns:p14="http://schemas.microsoft.com/office/powerpoint/2010/main" val="38625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7E1C-E5B3-F121-26D4-44EA21CE6541}"/>
              </a:ext>
            </a:extLst>
          </p:cNvPr>
          <p:cNvSpPr>
            <a:spLocks noGrp="1"/>
          </p:cNvSpPr>
          <p:nvPr>
            <p:ph type="title"/>
          </p:nvPr>
        </p:nvSpPr>
        <p:spPr/>
        <p:txBody>
          <a:bodyPr/>
          <a:lstStyle/>
          <a:p>
            <a:r>
              <a:rPr lang="en-US" dirty="0"/>
              <a:t>What do you need to </a:t>
            </a:r>
            <a:r>
              <a:rPr lang="en-US" dirty="0" err="1"/>
              <a:t>analyse</a:t>
            </a:r>
            <a:r>
              <a:rPr lang="en-US" dirty="0"/>
              <a:t>?</a:t>
            </a:r>
            <a:endParaRPr lang="it-IT" dirty="0"/>
          </a:p>
        </p:txBody>
      </p:sp>
      <p:sp>
        <p:nvSpPr>
          <p:cNvPr id="3" name="Content Placeholder 2">
            <a:extLst>
              <a:ext uri="{FF2B5EF4-FFF2-40B4-BE49-F238E27FC236}">
                <a16:creationId xmlns:a16="http://schemas.microsoft.com/office/drawing/2014/main" id="{7B09266B-816A-A5D5-CC15-279055AA04BF}"/>
              </a:ext>
            </a:extLst>
          </p:cNvPr>
          <p:cNvSpPr>
            <a:spLocks noGrp="1"/>
          </p:cNvSpPr>
          <p:nvPr>
            <p:ph idx="1"/>
          </p:nvPr>
        </p:nvSpPr>
        <p:spPr/>
        <p:txBody>
          <a:bodyPr>
            <a:normAutofit fontScale="92500" lnSpcReduction="20000"/>
          </a:bodyPr>
          <a:lstStyle/>
          <a:p>
            <a:pPr fontAlgn="ctr"/>
            <a:r>
              <a:rPr lang="en-US" dirty="0"/>
              <a:t>Where and under what conditions framerate drops occur</a:t>
            </a:r>
          </a:p>
          <a:p>
            <a:pPr fontAlgn="ctr"/>
            <a:r>
              <a:rPr lang="en-US" dirty="0"/>
              <a:t>Collisions on the route, any passing difficulties and problems following the route</a:t>
            </a:r>
          </a:p>
          <a:p>
            <a:pPr fontAlgn="ctr"/>
            <a:r>
              <a:rPr lang="en-US" dirty="0"/>
              <a:t>What are the most visited and least visited places on the map</a:t>
            </a:r>
          </a:p>
          <a:p>
            <a:pPr fontAlgn="ctr"/>
            <a:r>
              <a:rPr lang="en-US" dirty="0"/>
              <a:t>How much time users spend in the various levels</a:t>
            </a:r>
          </a:p>
          <a:p>
            <a:pPr fontAlgn="ctr"/>
            <a:r>
              <a:rPr lang="en-US" dirty="0"/>
              <a:t>How much time users spend in the tutorial, and how many people use it.</a:t>
            </a:r>
          </a:p>
          <a:p>
            <a:pPr fontAlgn="ctr"/>
            <a:r>
              <a:rPr lang="en-US" dirty="0"/>
              <a:t>How many users finish the tutorial, and where they stop.</a:t>
            </a:r>
          </a:p>
          <a:p>
            <a:pPr fontAlgn="ctr"/>
            <a:r>
              <a:rPr lang="en-US" dirty="0"/>
              <a:t>If the software is compatible with virtual reality projects</a:t>
            </a:r>
          </a:p>
          <a:p>
            <a:endParaRPr lang="it-IT" dirty="0"/>
          </a:p>
        </p:txBody>
      </p:sp>
    </p:spTree>
    <p:extLst>
      <p:ext uri="{BB962C8B-B14F-4D97-AF65-F5344CB8AC3E}">
        <p14:creationId xmlns:p14="http://schemas.microsoft.com/office/powerpoint/2010/main" val="285316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91ED-5E95-78C0-953F-24FA76A4CC0F}"/>
              </a:ext>
            </a:extLst>
          </p:cNvPr>
          <p:cNvSpPr>
            <a:spLocks noGrp="1"/>
          </p:cNvSpPr>
          <p:nvPr>
            <p:ph type="title"/>
          </p:nvPr>
        </p:nvSpPr>
        <p:spPr/>
        <p:txBody>
          <a:bodyPr/>
          <a:lstStyle/>
          <a:p>
            <a:r>
              <a:rPr lang="en-US" dirty="0"/>
              <a:t>Advice on software to investigate</a:t>
            </a:r>
            <a:endParaRPr lang="it-IT" dirty="0"/>
          </a:p>
        </p:txBody>
      </p:sp>
      <p:sp>
        <p:nvSpPr>
          <p:cNvPr id="3" name="Content Placeholder 2">
            <a:extLst>
              <a:ext uri="{FF2B5EF4-FFF2-40B4-BE49-F238E27FC236}">
                <a16:creationId xmlns:a16="http://schemas.microsoft.com/office/drawing/2014/main" id="{C09332EC-3F8F-F911-F884-F6687C4578F0}"/>
              </a:ext>
            </a:extLst>
          </p:cNvPr>
          <p:cNvSpPr>
            <a:spLocks noGrp="1"/>
          </p:cNvSpPr>
          <p:nvPr>
            <p:ph idx="1"/>
          </p:nvPr>
        </p:nvSpPr>
        <p:spPr/>
        <p:txBody>
          <a:bodyPr/>
          <a:lstStyle/>
          <a:p>
            <a:r>
              <a:rPr lang="it-IT" dirty="0" err="1"/>
              <a:t>GameAnalytics</a:t>
            </a:r>
            <a:r>
              <a:rPr lang="it-IT" dirty="0"/>
              <a:t> UE SDK</a:t>
            </a:r>
          </a:p>
          <a:p>
            <a:r>
              <a:rPr lang="it-IT" dirty="0"/>
              <a:t>Azure </a:t>
            </a:r>
            <a:r>
              <a:rPr lang="it-IT" dirty="0" err="1"/>
              <a:t>PlayFab</a:t>
            </a:r>
            <a:r>
              <a:rPr lang="it-IT" dirty="0"/>
              <a:t> </a:t>
            </a:r>
            <a:r>
              <a:rPr lang="it-IT" dirty="0" err="1"/>
              <a:t>Telemetry</a:t>
            </a:r>
            <a:endParaRPr lang="it-IT" dirty="0"/>
          </a:p>
          <a:p>
            <a:r>
              <a:rPr lang="it-IT" dirty="0" err="1"/>
              <a:t>Amplitude</a:t>
            </a:r>
            <a:r>
              <a:rPr lang="it-IT" dirty="0"/>
              <a:t> Unreal SDK</a:t>
            </a:r>
          </a:p>
          <a:p>
            <a:r>
              <a:rPr lang="it-IT" dirty="0"/>
              <a:t>Google Analytics (UE plugin)</a:t>
            </a:r>
          </a:p>
          <a:p>
            <a:r>
              <a:rPr lang="en-US" dirty="0"/>
              <a:t>Explore and propose at least one out of this list</a:t>
            </a:r>
            <a:endParaRPr lang="it-IT" dirty="0"/>
          </a:p>
        </p:txBody>
      </p:sp>
    </p:spTree>
    <p:extLst>
      <p:ext uri="{BB962C8B-B14F-4D97-AF65-F5344CB8AC3E}">
        <p14:creationId xmlns:p14="http://schemas.microsoft.com/office/powerpoint/2010/main" val="3860773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40B54-1515-2113-9C74-605D398000E6}"/>
              </a:ext>
            </a:extLst>
          </p:cNvPr>
          <p:cNvSpPr>
            <a:spLocks noGrp="1"/>
          </p:cNvSpPr>
          <p:nvPr>
            <p:ph type="title"/>
          </p:nvPr>
        </p:nvSpPr>
        <p:spPr/>
        <p:txBody>
          <a:bodyPr/>
          <a:lstStyle/>
          <a:p>
            <a:r>
              <a:rPr lang="it-IT" dirty="0" err="1"/>
              <a:t>What</a:t>
            </a:r>
            <a:r>
              <a:rPr lang="it-IT" dirty="0"/>
              <a:t> </a:t>
            </a:r>
            <a:r>
              <a:rPr lang="it-IT" dirty="0" err="1"/>
              <a:t>we</a:t>
            </a:r>
            <a:r>
              <a:rPr lang="it-IT" dirty="0"/>
              <a:t> </a:t>
            </a:r>
            <a:r>
              <a:rPr lang="it-IT" dirty="0" err="1"/>
              <a:t>expect</a:t>
            </a:r>
            <a:endParaRPr lang="it-IT" dirty="0"/>
          </a:p>
        </p:txBody>
      </p:sp>
      <p:sp>
        <p:nvSpPr>
          <p:cNvPr id="3" name="Content Placeholder 2">
            <a:extLst>
              <a:ext uri="{FF2B5EF4-FFF2-40B4-BE49-F238E27FC236}">
                <a16:creationId xmlns:a16="http://schemas.microsoft.com/office/drawing/2014/main" id="{D1180255-98BF-7507-0D4E-6479E6CE0ECC}"/>
              </a:ext>
            </a:extLst>
          </p:cNvPr>
          <p:cNvSpPr>
            <a:spLocks noGrp="1"/>
          </p:cNvSpPr>
          <p:nvPr>
            <p:ph idx="1"/>
          </p:nvPr>
        </p:nvSpPr>
        <p:spPr/>
        <p:txBody>
          <a:bodyPr/>
          <a:lstStyle/>
          <a:p>
            <a:pPr marL="0" indent="0">
              <a:buNone/>
            </a:pPr>
            <a:r>
              <a:rPr lang="en-US" dirty="0"/>
              <a:t>You must present 3 </a:t>
            </a:r>
            <a:r>
              <a:rPr lang="en-US" dirty="0" err="1"/>
              <a:t>softwares</a:t>
            </a:r>
            <a:r>
              <a:rPr lang="en-US" dirty="0"/>
              <a:t> that you have compared, you can use any unreal project. Present the pros and cons of the chosen software, and which one you think is the best. At least one software must not appear in the list.</a:t>
            </a:r>
          </a:p>
          <a:p>
            <a:pPr marL="0" indent="0">
              <a:buNone/>
            </a:pPr>
            <a:r>
              <a:rPr lang="en-US"/>
              <a:t>The case study will be the Balzi Rossi VR Experience, and groups will then have access to the lab and instrumentation to test the software with a VR Project</a:t>
            </a:r>
            <a:endParaRPr lang="en-US" dirty="0"/>
          </a:p>
        </p:txBody>
      </p:sp>
    </p:spTree>
    <p:extLst>
      <p:ext uri="{BB962C8B-B14F-4D97-AF65-F5344CB8AC3E}">
        <p14:creationId xmlns:p14="http://schemas.microsoft.com/office/powerpoint/2010/main" val="1571753732"/>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docProps/app.xml><?xml version="1.0" encoding="utf-8"?>
<Properties xmlns="http://schemas.openxmlformats.org/officeDocument/2006/extended-properties" xmlns:vt="http://schemas.openxmlformats.org/officeDocument/2006/docPropsVTypes">
  <TotalTime>258</TotalTime>
  <Words>242</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Avenir Next LT Pro</vt:lpstr>
      <vt:lpstr>Posterama</vt:lpstr>
      <vt:lpstr>SineVTI</vt:lpstr>
      <vt:lpstr>Project proposal</vt:lpstr>
      <vt:lpstr>What does it involve?</vt:lpstr>
      <vt:lpstr>What do you need to analyse?</vt:lpstr>
      <vt:lpstr>Advice on software to investigate</vt:lpstr>
      <vt:lpstr>What we expect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matteo scaramuzzino</dc:creator>
  <cp:lastModifiedBy>matteo scaramuzzino</cp:lastModifiedBy>
  <cp:revision>1</cp:revision>
  <dcterms:created xsi:type="dcterms:W3CDTF">2025-10-20T09:48:11Z</dcterms:created>
  <dcterms:modified xsi:type="dcterms:W3CDTF">2025-10-20T14:07:11Z</dcterms:modified>
</cp:coreProperties>
</file>